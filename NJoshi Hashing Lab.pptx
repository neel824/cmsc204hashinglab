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47" autoAdjust="0"/>
    <p:restoredTop sz="94643"/>
  </p:normalViewPr>
  <p:slideViewPr>
    <p:cSldViewPr snapToGrid="0">
      <p:cViewPr varScale="1">
        <p:scale>
          <a:sx n="110" d="100"/>
          <a:sy n="110" d="100"/>
        </p:scale>
        <p:origin x="20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2T23:31:50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24575,'79'-1'0,"1"0"0,-1-1 0,-9 2 0,6-2 0,15 1 0,-29 0 0,-43 1 0,-9 0 0,9 0 0,-11 0 0,0 0 0,0 0 0,0 0 0,0 0 0,0 0 0,0 0 0,0 0 0,-1 0 0,1 0 0,0 0 0,0 0 0,0 0 0,0 0 0,-1 0 0,-2 0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2T23:31:5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24575,'12'0'0,"13"0"0,14 0 0,14 0 0,-1 0 0,22 0 0,-2 0 0,-5 0 0,21 0 0,-30 0 0,35 0 0,-14 0 0,6 0 0,-9 0 0,-7 0 0,-2 0 0,-14 0 0,-3 0 0,-12 0 0,-1 0 0,-12 0 0,-2 0 0,-4 0 0,-6 0 0,0 0 0,-4 0 0,-1 0 0,0 0 0,0 0 0,1 0 0,-1 0 0,-1 0 0,-2-3 0,2 2 0,-6-6 0,2 3 0,-3-4 0,-3 4 0,-2 1 0,1 3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2T23:31:54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24575,'13'0'0,"5"0"0,7 0 0,12 0 0,0 0 0,48 0 0,-31 0 0,44 0 0,-36 0 0,7 0 0,6 0 0,-14 0 0,-1 0 0,-2 0 0,-13 0 0,0 0 0,-3 0 0,-10 0 0,5 0 0,-12 0 0,-2 0 0,-4 0 0,-1 0 0,0 0 0,-4 0 0,-1 0 0,-5 0 0,1 0 0,-1 0 0,0 0 0,0 0 0,-3-4 0,-1 3 0,-4-2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2T23:31:56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24575,'22'0'0,"7"0"0,3 0 0,10 0 0,-10 0 0,10 0 0,-10 0 0,5 0 0,-13 0 0,5 0 0,-9 0 0,9 0 0,-14 0 0,8 0 0,-9 0 0,4 0 0,-4 0 0,3 0 0,-7 0 0,7 0 0,-8 0 0,8 0 0,-7-8 0,8 6 0,-4-6 0,4 8 0,1 0 0,-5 0 0,3 0 0,-3-4 0,4 3 0,0-3 0,1 4 0,-5-4 0,3 3 0,-3-3 0,4 4 0,1 0 0,-1 0 0,-4 0 0,3 0 0,-3 0 0,0 0 0,3 0 0,-7 0 0,7 0 0,-8 0 0,9 0 0,-9 0 0,4 0 0,-5 0 0,0 0 0,1 0 0,-1 0 0,0 0 0,0 0 0,1 0 0,-1 0 0,0 0 0,0 0 0,0 0 0,0 0 0,0 0 0,0 0 0,-4-3 0,-1 2 0,-3-2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2T23:31:58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24575,'26'0'0,"14"0"0,6 0 0,21 0 0,-6 0 0,22 0 0,-26 0 0,24 0 0,-19 0 0,15 0 0,-1 0 0,-7 0 0,-8 0 0,-11 0 0,-12 0 0,-2 0 0,-11 0 0,-1 0 0,-10 0 0,3 0 0,-7 0 0,2 0 0,-4 0 0,-3-3 0,-5 2 0,-8-3 0,3 4 0,-2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2T23:32:00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24575,'11'0'0,"-2"0"0,12 0 0,-6 0 0,14 0 0,2 0 0,-5 0 0,15 0 0,-8 0 0,5 0 0,-2 0 0,-11 0 0,-2 0 0,1 0 0,-9 0 0,13 0 0,-13 0 0,9 0 0,-6 0 0,1 0 0,-1 0 0,0 0 0,1 0 0,-1 0 0,0 0 0,1 0 0,-1 0 0,0 0 0,1 0 0,-1 0 0,0 0 0,1 0 0,-1 0 0,0 0 0,-4 0 0,4 0 0,-9 0 0,8 0 0,-7 0 0,2 0 0,1 0 0,-3 0 0,2 0 0,1 0 0,-3 0 0,2 0 0,1 0 0,-4 0 0,4 0 0,-4 0 0,-1 0 0,0 0 0,0 0 0,1 0 0,-1 0 0,0 0 0,1 0 0,-1 0 0,0 0 0,0 0 0,1 0 0,-1 0 0,0 0 0,1 0 0,-1 0 0,0 0 0,0 0 0,0 0 0,0 0 0,1 0 0,-1 0 0,4 0 0,-7 0 0,2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2T23:32:0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24575,'17'0'0,"5"0"0,3 0 0,5 0 0,0 0 0,0 0 0,1 0 0,-1 0 0,-5 0 0,3 0 0,-8 0 0,4 0 0,-6 0 0,0 0 0,6 0 0,1 0 0,0 0 0,-2 0 0,1 0 0,-5 0 0,1 0 0,-3 0 0,-3 0 0,0 0 0,3 0 0,-8 0 0,9 0 0,-9 0 0,8 0 0,-7 0 0,2 0 0,1-4 0,-3 3 0,2-3 0,1 4 0,-4 0 0,4 0 0,-4 0 0,-1 0 0,0 0 0,0 0 0,1 0 0,-1 0 0,0-4 0,1 3 0,-1-3 0,0 4 0,1 0 0,-1 0 0,0 0 0,5 0 0,-4 0 0,4 0 0,-5 0 0,5 0 0,-3 0 0,2-3 0,-3 2 0,-1-3 0,0 4 0,0 0 0,1-4 0,-1 3 0,0-2 0,1-1 0,-1 3 0,-4-6 0,3 6 0,-2-3 0,2 4 0,1 0 0,0 0 0,0 0 0,1 0 0,-1 0 0,0 0 0,0 0 0,0 0 0,1 0 0,-1 0 0,0 0 0,1 0 0,-1 0 0,0 0 0,0 0 0,0 0 0,-1 0 0,1 0 0,0 0 0,-4-7 0,-1 5 0,-3-5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2T23:32:03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24575,'22'0'0,"7"0"0,3 0 0,4 0 0,-6 0 0,7 0 0,-6 0 0,6 0 0,-1 0 0,-4 0 0,4 0 0,-6 0 0,7 0 0,-11 0 0,9 5 0,-10-4 0,5 3 0,0-4 0,-5 0 0,4 0 0,-9 0 0,4 0 0,-6 0 0,0 0 0,-4 0 0,3 0 0,-7 0 0,7 0 0,-8 0 0,9 0 0,-5 0 0,1 0 0,4 0 0,-5 0 0,1 0 0,4 0 0,-5 0 0,6 0 0,-1 0 0,1 0 0,-1 0 0,0 0 0,1 0 0,-1 0 0,0 0 0,1 0 0,-1 0 0,0 0 0,-4 0 0,4 0 0,-9 0 0,4 0 0,0 0 0,-4 0 0,4 0 0,-5 0 0,0 0 0,1 0 0,-1 0 0,0 0 0,0 0 0,1 4 0,-1-3 0,0 3 0,1-4 0,-1 3 0,0-2 0,1 3 0,-1 0 0,0-3 0,0 6 0,0-6 0,0 3 0,0-4 0,0 0 0,0 0 0,0 0 0,0 0 0,0 0 0,0 0 0,0 0 0,0 0 0,-4 3 0,3-2 0,-3 3 0,4-4 0,1-13 0,-4 9 0,-1-9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2T23:32:04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24575,'5'0'0,"-2"0"0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2T23:32:06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1 407 24575,'21'0'0,"3"0"0,12 0 0,-4 0 0,10 0 0,3 0 0,0 0 0,13 0 0,-13 0 0,13 0 0,-12 0 0,11 0 0,-11-5 0,5 4 0,-8-9 0,1 9 0,-6-8 0,-2 3 0,-5 1 0,-1-4 0,0 3 0,-5 0 0,-1-2 0,-1 2 0,-3-3 0,3 0 0,1-1 0,-5 1 0,5 3 0,-6-2 0,1 3 0,-1-4 0,0 0 0,-3-5 0,2 4 0,-7-3 0,3 5 0,-1-1 0,-2 1 0,3-1 0,-5 1 0,0-1 0,0 1 0,1 3 0,-1-2 0,0 6 0,1-6 0,-1 2 0,0 1 0,0-3 0,-1 6 0,1-2 0,0 3 0,-1 0 0,2 0 0,-1 0 0,0 0 0,0 0 0,1 0 0,-1 0 0,5 0 0,1 0 0,4 0 0,0 0 0,1 0 0,4 0 0,-3 0 0,4 0 0,-6 0 0,1 0 0,-1 0 0,0 0 0,1 0 0,-1 0 0,0 0 0,1 0 0,-5 0 0,-2 0 0,-3 0 0,-1 0 0,0 0 0,1 0 0,-1 0 0,0 0 0,0 0 0,0 0 0,-3-4 0,-2-1 0,1-7 0,6-8 0,12-17 0,-9 17 0,3-6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2T23:32:08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24575,'16'0'0,"12"0"0,5 0 0,5 0 0,11 0 0,-3 0 0,7 0 0,4 0 0,-11 0 0,5 0 0,-7 0 0,-7 0 0,0 0 0,-7 5 0,0 0 0,-5 1 0,4 3 0,-10-8 0,5 4 0,-6-5 0,1 0 0,-1 0 0,0 0 0,1 0 0,-1 0 0,1 0 0,-1 0 0,-4 0 0,3 0 0,-3 0 0,0 0 0,3 0 0,-8 0 0,9 0 0,-9 0 0,8 0 0,-7 0 0,2 0 0,-3 0 0,3 0 0,-2 0 0,3 0 0,-5 0 0,0 0 0,0 0 0,0 0 0,0 0 0,-4 0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2T23:33:24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3/2/21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24" Type="http://schemas.openxmlformats.org/officeDocument/2006/relationships/image" Target="../media/image11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4.png"/><Relationship Id="rId19" Type="http://schemas.openxmlformats.org/officeDocument/2006/relationships/customXml" Target="../ink/ink9.xml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																													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26902" y="1743523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89336" y="2003678"/>
            <a:ext cx="690119" cy="2362185"/>
            <a:chOff x="5853253" y="1746270"/>
            <a:chExt cx="690119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1" y="1753437"/>
              <a:ext cx="454841" cy="2292347"/>
              <a:chOff x="5427641" y="1844409"/>
              <a:chExt cx="455369" cy="2292433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0E26C23-3DB4-4843-AD27-A4FD9643DE77}"/>
              </a:ext>
            </a:extLst>
          </p:cNvPr>
          <p:cNvSpPr/>
          <p:nvPr/>
        </p:nvSpPr>
        <p:spPr bwMode="auto">
          <a:xfrm>
            <a:off x="6366076" y="2044352"/>
            <a:ext cx="706056" cy="1932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682244C-2940-2441-8BA9-9347055A224B}"/>
              </a:ext>
            </a:extLst>
          </p:cNvPr>
          <p:cNvSpPr/>
          <p:nvPr/>
        </p:nvSpPr>
        <p:spPr bwMode="auto">
          <a:xfrm>
            <a:off x="6489291" y="2732883"/>
            <a:ext cx="706056" cy="1932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CD89FAC-F915-0A47-B08D-2CD3536B1A66}"/>
              </a:ext>
            </a:extLst>
          </p:cNvPr>
          <p:cNvSpPr/>
          <p:nvPr/>
        </p:nvSpPr>
        <p:spPr bwMode="auto">
          <a:xfrm>
            <a:off x="7486222" y="2738165"/>
            <a:ext cx="706056" cy="1932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9A06BA-5CBE-2D46-A27E-4E3BB86B0735}"/>
              </a:ext>
            </a:extLst>
          </p:cNvPr>
          <p:cNvSpPr/>
          <p:nvPr/>
        </p:nvSpPr>
        <p:spPr bwMode="auto">
          <a:xfrm>
            <a:off x="7498693" y="2979147"/>
            <a:ext cx="706056" cy="1932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493ED60-A002-2D4F-8787-557FC0C9101B}"/>
              </a:ext>
            </a:extLst>
          </p:cNvPr>
          <p:cNvSpPr/>
          <p:nvPr/>
        </p:nvSpPr>
        <p:spPr bwMode="auto">
          <a:xfrm>
            <a:off x="6464672" y="2987876"/>
            <a:ext cx="706056" cy="1932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29C0AA2-B65D-8644-9F22-13B6AA40F563}"/>
              </a:ext>
            </a:extLst>
          </p:cNvPr>
          <p:cNvSpPr/>
          <p:nvPr/>
        </p:nvSpPr>
        <p:spPr bwMode="auto">
          <a:xfrm>
            <a:off x="6489291" y="3404660"/>
            <a:ext cx="706056" cy="1932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EFC331-4813-9140-B889-D2313F5482F1}"/>
              </a:ext>
            </a:extLst>
          </p:cNvPr>
          <p:cNvSpPr/>
          <p:nvPr/>
        </p:nvSpPr>
        <p:spPr bwMode="auto">
          <a:xfrm>
            <a:off x="6449787" y="3634775"/>
            <a:ext cx="706056" cy="1932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2088288-8BC2-084F-AF8A-47F7B01DE07B}"/>
              </a:ext>
            </a:extLst>
          </p:cNvPr>
          <p:cNvSpPr/>
          <p:nvPr/>
        </p:nvSpPr>
        <p:spPr bwMode="auto">
          <a:xfrm>
            <a:off x="6439448" y="3858313"/>
            <a:ext cx="706056" cy="1932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084B896-2F31-A748-B14F-32E9EEE238EC}"/>
              </a:ext>
            </a:extLst>
          </p:cNvPr>
          <p:cNvSpPr/>
          <p:nvPr/>
        </p:nvSpPr>
        <p:spPr bwMode="auto">
          <a:xfrm>
            <a:off x="6467302" y="4051559"/>
            <a:ext cx="706056" cy="1932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5C7EB-0B53-2042-90D5-CED5F5C5D1D3}"/>
              </a:ext>
            </a:extLst>
          </p:cNvPr>
          <p:cNvSpPr txBox="1"/>
          <p:nvPr/>
        </p:nvSpPr>
        <p:spPr>
          <a:xfrm>
            <a:off x="6464672" y="1996863"/>
            <a:ext cx="869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B34CCA-11E7-7D48-89DE-ACC0FF4BD20A}"/>
              </a:ext>
            </a:extLst>
          </p:cNvPr>
          <p:cNvSpPr txBox="1"/>
          <p:nvPr/>
        </p:nvSpPr>
        <p:spPr>
          <a:xfrm>
            <a:off x="6667619" y="2691251"/>
            <a:ext cx="869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BA4259-7E98-F041-8AEA-160BCFC220C3}"/>
              </a:ext>
            </a:extLst>
          </p:cNvPr>
          <p:cNvSpPr txBox="1"/>
          <p:nvPr/>
        </p:nvSpPr>
        <p:spPr>
          <a:xfrm>
            <a:off x="7658895" y="2683189"/>
            <a:ext cx="869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2E7FC8-CC94-6D49-B772-D9E068BFD05E}"/>
              </a:ext>
            </a:extLst>
          </p:cNvPr>
          <p:cNvSpPr txBox="1"/>
          <p:nvPr/>
        </p:nvSpPr>
        <p:spPr>
          <a:xfrm>
            <a:off x="7702833" y="2926419"/>
            <a:ext cx="869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386B74-39C2-7E4A-A3F6-607742174229}"/>
              </a:ext>
            </a:extLst>
          </p:cNvPr>
          <p:cNvSpPr txBox="1"/>
          <p:nvPr/>
        </p:nvSpPr>
        <p:spPr>
          <a:xfrm>
            <a:off x="6527144" y="2951077"/>
            <a:ext cx="869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174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A5AB61-6874-B640-B864-ED5163405701}"/>
              </a:ext>
            </a:extLst>
          </p:cNvPr>
          <p:cNvSpPr txBox="1"/>
          <p:nvPr/>
        </p:nvSpPr>
        <p:spPr>
          <a:xfrm>
            <a:off x="6616760" y="3346420"/>
            <a:ext cx="869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527931-CFF1-DB49-B7CF-8AF9E8FE08E5}"/>
              </a:ext>
            </a:extLst>
          </p:cNvPr>
          <p:cNvSpPr txBox="1"/>
          <p:nvPr/>
        </p:nvSpPr>
        <p:spPr>
          <a:xfrm>
            <a:off x="6583965" y="3579844"/>
            <a:ext cx="869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29FDBA-2287-2A48-BF0D-BD5D84E24551}"/>
              </a:ext>
            </a:extLst>
          </p:cNvPr>
          <p:cNvSpPr txBox="1"/>
          <p:nvPr/>
        </p:nvSpPr>
        <p:spPr>
          <a:xfrm>
            <a:off x="6666915" y="3790119"/>
            <a:ext cx="869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138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424340-FC27-6149-9785-4564CAAA3652}"/>
              </a:ext>
            </a:extLst>
          </p:cNvPr>
          <p:cNvSpPr txBox="1"/>
          <p:nvPr/>
        </p:nvSpPr>
        <p:spPr>
          <a:xfrm>
            <a:off x="6680415" y="3988819"/>
            <a:ext cx="869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109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BF53ED7-67C7-AC4E-8953-A5F06DD64BC3}"/>
              </a:ext>
            </a:extLst>
          </p:cNvPr>
          <p:cNvSpPr/>
          <p:nvPr/>
        </p:nvSpPr>
        <p:spPr bwMode="auto">
          <a:xfrm>
            <a:off x="7545677" y="4030339"/>
            <a:ext cx="706056" cy="1932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87859-445E-A344-9BC3-F48F1A7D88A5}"/>
              </a:ext>
            </a:extLst>
          </p:cNvPr>
          <p:cNvSpPr txBox="1"/>
          <p:nvPr/>
        </p:nvSpPr>
        <p:spPr>
          <a:xfrm>
            <a:off x="7737558" y="4004231"/>
            <a:ext cx="3907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49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87D0B4-B612-0D4D-9A4A-42CA32ECF6E0}"/>
                  </a:ext>
                </a:extLst>
              </p14:cNvPr>
              <p14:cNvContentPartPr/>
              <p14:nvPr/>
            </p14:nvContentPartPr>
            <p14:xfrm>
              <a:off x="6098582" y="2139357"/>
              <a:ext cx="256320" cy="3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87D0B4-B612-0D4D-9A4A-42CA32ECF6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89942" y="2130717"/>
                <a:ext cx="27396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C64EE40-204C-B14E-8519-590A9650CCA2}"/>
                  </a:ext>
                </a:extLst>
              </p14:cNvPr>
              <p14:cNvContentPartPr/>
              <p14:nvPr/>
            </p14:nvContentPartPr>
            <p14:xfrm>
              <a:off x="6091022" y="2826597"/>
              <a:ext cx="487440" cy="11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C64EE40-204C-B14E-8519-590A9650CC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82382" y="2817957"/>
                <a:ext cx="5050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D4F0C8B-E2C8-5D48-82AF-2D769F5E66E2}"/>
                  </a:ext>
                </a:extLst>
              </p14:cNvPr>
              <p14:cNvContentPartPr/>
              <p14:nvPr/>
            </p14:nvContentPartPr>
            <p14:xfrm>
              <a:off x="7168142" y="2844597"/>
              <a:ext cx="407880" cy="3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D4F0C8B-E2C8-5D48-82AF-2D769F5E66E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59142" y="2835957"/>
                <a:ext cx="4255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8550FB4-3630-454E-8497-AE98050AC16E}"/>
                  </a:ext>
                </a:extLst>
              </p14:cNvPr>
              <p14:cNvContentPartPr/>
              <p14:nvPr/>
            </p14:nvContentPartPr>
            <p14:xfrm>
              <a:off x="6058982" y="3080397"/>
              <a:ext cx="388080" cy="15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8550FB4-3630-454E-8497-AE98050AC16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50342" y="3071757"/>
                <a:ext cx="4057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C7EC707-1E83-6641-8A98-F91F7A1B981B}"/>
                  </a:ext>
                </a:extLst>
              </p14:cNvPr>
              <p14:cNvContentPartPr/>
              <p14:nvPr/>
            </p14:nvContentPartPr>
            <p14:xfrm>
              <a:off x="7206662" y="3099477"/>
              <a:ext cx="376560" cy="3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C7EC707-1E83-6641-8A98-F91F7A1B981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98022" y="3090477"/>
                <a:ext cx="3942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332CF29-B639-054B-8C74-0D8C9DAE74AF}"/>
                  </a:ext>
                </a:extLst>
              </p14:cNvPr>
              <p14:cNvContentPartPr/>
              <p14:nvPr/>
            </p14:nvContentPartPr>
            <p14:xfrm>
              <a:off x="6059702" y="3544797"/>
              <a:ext cx="40644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332CF29-B639-054B-8C74-0D8C9DAE74A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51062" y="3535797"/>
                <a:ext cx="424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FCF1B0D-59A5-3848-8F19-330FC4E9A337}"/>
                  </a:ext>
                </a:extLst>
              </p14:cNvPr>
              <p14:cNvContentPartPr/>
              <p14:nvPr/>
            </p14:nvContentPartPr>
            <p14:xfrm>
              <a:off x="6012182" y="3708597"/>
              <a:ext cx="417960" cy="24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FCF1B0D-59A5-3848-8F19-330FC4E9A33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03182" y="3699597"/>
                <a:ext cx="4356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4654B60-C3B8-6143-B2C2-AA32DA652FC0}"/>
                  </a:ext>
                </a:extLst>
              </p14:cNvPr>
              <p14:cNvContentPartPr/>
              <p14:nvPr/>
            </p14:nvContentPartPr>
            <p14:xfrm>
              <a:off x="5887622" y="3909837"/>
              <a:ext cx="520560" cy="19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4654B60-C3B8-6143-B2C2-AA32DA652FC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878982" y="3900837"/>
                <a:ext cx="53820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8EF506CD-A264-F141-A8B5-52E81602BC19}"/>
              </a:ext>
            </a:extLst>
          </p:cNvPr>
          <p:cNvGrpSpPr/>
          <p:nvPr/>
        </p:nvGrpSpPr>
        <p:grpSpPr>
          <a:xfrm>
            <a:off x="5585942" y="4081557"/>
            <a:ext cx="933840" cy="212040"/>
            <a:chOff x="5585942" y="4081557"/>
            <a:chExt cx="93384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262087F-76AB-D444-8791-0234E5FC9B3A}"/>
                    </a:ext>
                  </a:extLst>
                </p14:cNvPr>
                <p14:cNvContentPartPr/>
                <p14:nvPr/>
              </p14:nvContentPartPr>
              <p14:xfrm>
                <a:off x="5585942" y="4293237"/>
                <a:ext cx="324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262087F-76AB-D444-8791-0234E5FC9B3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76942" y="4284237"/>
                  <a:ext cx="20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FBABDE2-0285-6D4D-BBB5-6600DA95266B}"/>
                    </a:ext>
                  </a:extLst>
                </p14:cNvPr>
                <p14:cNvContentPartPr/>
                <p14:nvPr/>
              </p14:nvContentPartPr>
              <p14:xfrm>
                <a:off x="5862062" y="4081557"/>
                <a:ext cx="657720" cy="146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FBABDE2-0285-6D4D-BBB5-6600DA95266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53422" y="4072917"/>
                  <a:ext cx="675360" cy="16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55E942C-8BC0-0740-9763-283948146A4B}"/>
                  </a:ext>
                </a:extLst>
              </p14:cNvPr>
              <p14:cNvContentPartPr/>
              <p14:nvPr/>
            </p14:nvContentPartPr>
            <p14:xfrm>
              <a:off x="7178222" y="4166517"/>
              <a:ext cx="389880" cy="111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55E942C-8BC0-0740-9763-283948146A4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169582" y="4157517"/>
                <a:ext cx="407520" cy="2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5" y="2805113"/>
            <a:ext cx="35702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2                          1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1107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35702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49                            4                           2   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33650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</a:t>
            </a:r>
            <a:r>
              <a:rPr lang="en-US" sz="1600"/>
              <a:t>	2                      1</a:t>
            </a:r>
            <a:endParaRPr lang="en-US" sz="1600" dirty="0"/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E53B036-9312-D746-9001-AEE11FBA239D}"/>
                  </a:ext>
                </a:extLst>
              </p14:cNvPr>
              <p14:cNvContentPartPr/>
              <p14:nvPr/>
            </p14:nvContentPartPr>
            <p14:xfrm>
              <a:off x="3740222" y="2918037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E53B036-9312-D746-9001-AEE11FBA23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31582" y="2909037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AAE9657-F9AD-C748-8057-F0441C7AB63F}"/>
              </a:ext>
            </a:extLst>
          </p:cNvPr>
          <p:cNvSpPr txBox="1"/>
          <p:nvPr/>
        </p:nvSpPr>
        <p:spPr>
          <a:xfrm>
            <a:off x="3749901" y="3205579"/>
            <a:ext cx="187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1                  1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9A9D47-200D-A34C-B61E-3371A852A3C0}"/>
              </a:ext>
            </a:extLst>
          </p:cNvPr>
          <p:cNvSpPr txBox="1"/>
          <p:nvPr/>
        </p:nvSpPr>
        <p:spPr>
          <a:xfrm>
            <a:off x="3669063" y="3763055"/>
            <a:ext cx="187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4                  1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4996EC-4A19-9244-A22C-D71EA87ECB2F}"/>
              </a:ext>
            </a:extLst>
          </p:cNvPr>
          <p:cNvSpPr txBox="1"/>
          <p:nvPr/>
        </p:nvSpPr>
        <p:spPr>
          <a:xfrm>
            <a:off x="3803989" y="4714757"/>
            <a:ext cx="1646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2               1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282</Words>
  <Application>Microsoft Macintosh PowerPoint</Application>
  <PresentationFormat>On-screen Show (4:3)</PresentationFormat>
  <Paragraphs>85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n j</cp:lastModifiedBy>
  <cp:revision>59</cp:revision>
  <cp:lastPrinted>2015-10-07T21:36:22Z</cp:lastPrinted>
  <dcterms:created xsi:type="dcterms:W3CDTF">2003-12-08T11:02:30Z</dcterms:created>
  <dcterms:modified xsi:type="dcterms:W3CDTF">2021-03-02T23:34:34Z</dcterms:modified>
</cp:coreProperties>
</file>